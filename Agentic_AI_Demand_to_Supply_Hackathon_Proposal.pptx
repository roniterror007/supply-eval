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ylesh A" userId="41f692f3-606f-48b6-922e-67cc606a4db4" providerId="ADAL" clId="{B8E03908-AFA6-4374-8913-2B61A03EBD96}"/>
    <pc:docChg chg="delSld">
      <pc:chgData name="Shylesh A" userId="41f692f3-606f-48b6-922e-67cc606a4db4" providerId="ADAL" clId="{B8E03908-AFA6-4374-8913-2B61A03EBD96}" dt="2026-09-10T13:08:35.027" v="0" actId="47"/>
      <pc:docMkLst>
        <pc:docMk/>
      </pc:docMkLst>
      <pc:sldChg chg="del">
        <pc:chgData name="Shylesh A" userId="41f692f3-606f-48b6-922e-67cc606a4db4" providerId="ADAL" clId="{B8E03908-AFA6-4374-8913-2B61A03EBD96}" dt="2026-09-10T13:08:35.027" v="0" actId="47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Transform the existing Orders &amp; Revenue forecasting solution into an Agentic Demand-to-Supply Planning System.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Move from “What will demand be?” to “What should the enterprise do next?”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Connect demand planning with factory planning, production planning and supply-chain optimization.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Use specialized AI agents coordinated by a supervisor/orchestrator, with human approval for material decisions.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</a:defRPr>
            </a:pPr>
            <a:r>
              <a:t>Create a closed loop: Sense → Predict → Reason → Plan → Simulate → Recommend → Execute → Learn.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2. Why This Is the 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32004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Existing foundation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ML forecast + Salesforce opportunities + external indicators + backlog/OBL + scenarios + web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801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0" y="1389888"/>
            <a:ext cx="32004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Current gap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Forecast outputs still require cross-functional interpretation and manual downstream planning.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474720" cy="18288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389888"/>
            <a:ext cx="320040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Hackathon opportunity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Add an agentic intelligence layer that translates demand into factory, production and supply-chain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840480"/>
            <a:ext cx="7498079" cy="123444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3950208"/>
            <a:ext cx="7223759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Outcome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Predictive → Explainable → Prescriptive → Agentic enterprise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3. Current Forecasting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Historical monthly orders and external variables feed ML/time-series forecasting.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Base orders are enriched with Salesforce opportunity information and business adjustments.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Revenue uses book-to-bill and OBL-based logic, with delivery/lead-time scenarios.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Forecast is available by Product Group, Country and Product Line / relevant business dimensions.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Interactive web application supports forecast enrichment and scenario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4. Proposed Agentic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Enterprise Data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Atlas • SAP • Salesforce • Abacus • Crystal •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50008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459736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Forecasting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Existing ML / time-series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57016"/>
            <a:ext cx="5303520" cy="932688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366674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Demand Planning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Consensus demand + drivers +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64024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8737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Factory Planning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Allocation + capacity + load balancing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5272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Production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Schedule + bottlenecks +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350008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459736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Supply Chain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Materials + suppliers + inventory + lead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57016"/>
            <a:ext cx="5303520" cy="932688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66674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Scenario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What-if 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764024"/>
            <a:ext cx="5303520" cy="932688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87375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Recommendation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Rank actions + business impact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2075688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00400" y="3282696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0400" y="4489704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0" y="2075688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61120" y="3282696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61120" y="4489704"/>
            <a:ext cx="0" cy="201168"/>
          </a:xfrm>
          <a:prstGeom prst="line">
            <a:avLst/>
          </a:prstGeom>
          <a:ln>
            <a:solidFill>
              <a:srgbClr val="2D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5. Multi-Agent Roles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5272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Forecasting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Runs / interprets forecasts, confidence, drivers and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4300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125272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Opportunity Intelligence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Finds stale, shifting, high-value and at-risk opportunities.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Demand Planning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Builds consensus demand from forecast, pipeline, backlog, market and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7744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248716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Factory Planning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Maps demand to factories and identifies capacity/load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Production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Converts factory demand into production recommendations.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61188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72160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Supply Chain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Detects material, supplier, inventory and lead-time risks.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Scenario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Propagates what-if changes through the planning chain.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846320"/>
            <a:ext cx="5303520" cy="987552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4956048"/>
            <a:ext cx="50292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Recommendation Agent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Ranks actions by cost, service, revenue and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6. End-to-End Demand → Supply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417320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52704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Forecast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51760" y="1417320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88920" y="152704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Consensus Demand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83479" y="1417320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52704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Factory Allocation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199" y="1417320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59" y="152704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Production Plan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46919" y="1417320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0" y="152704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Material / Supplier Check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0040" y="3749039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5876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Scenario Simulation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51760" y="3749039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385876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Recommendation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983479" y="3749039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385876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Human Approval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199" y="3749039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59" y="385876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Execution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46919" y="3749039"/>
            <a:ext cx="2057400" cy="914400"/>
          </a:xfrm>
          <a:prstGeom prst="roundRect">
            <a:avLst/>
          </a:prstGeom>
          <a:solidFill>
            <a:srgbClr val="E8EFF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3858768"/>
            <a:ext cx="1783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Actuals / Learning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194560" y="5212080"/>
            <a:ext cx="7772400" cy="73152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1720" y="5321808"/>
            <a:ext cx="749807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Closed-loop learning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Actual demand, delivery, production and supply outcomes feed monitoring and future planning.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7. The Killer Feature: Planning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Change one assumption and propagate its impact through the complete planning chain.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Example: Demand +20% → factory overload → production bottleneck → material shortage → customer delivery risk.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Compare alternatives: shift factory, overtime, expedite supplier, pre-build inventory or prioritize customers.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Rank scenarios by revenue protection, cost, service level and operational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325880"/>
            <a:ext cx="4114800" cy="13716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52360" y="1435607"/>
            <a:ext cx="384048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User asks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“What happens if November demand increases by 20%?”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926080"/>
            <a:ext cx="4114800" cy="182880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52360" y="3035808"/>
            <a:ext cx="384048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Agent answers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“Factory A reaches 108% utilization and Material M1 has a 600-unit gap. Shift $2M to Factory B + expedite M1.”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8. Example Agentic Recommendation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2606040" cy="15544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233172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DEMAND OUTLOOK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Expected demand: $17.5M</a:t>
            </a:r>
            <a:br/>
            <a:r>
              <a:t>Increase: +18%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234440"/>
            <a:ext cx="2606040" cy="15544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79" y="1344168"/>
            <a:ext cx="233172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FACTORY IMPACT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Factory A: 108% utilization</a:t>
            </a:r>
            <a:br/>
            <a:r>
              <a:t>Factory B: 67%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234440"/>
            <a:ext cx="2606040" cy="15544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344168"/>
            <a:ext cx="233172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SUPPLY CHAIN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Material M1 shortage: 600 units</a:t>
            </a:r>
            <a:br/>
            <a:r>
              <a:t>Delivery risk: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234440"/>
            <a:ext cx="2926080" cy="182880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0" y="1344168"/>
            <a:ext cx="26517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RECOMMENDATION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1. Shift $2M to Factory B</a:t>
            </a:r>
            <a:br/>
            <a:r>
              <a:t>2. Expedite M1</a:t>
            </a:r>
            <a:br/>
            <a:r>
              <a:t>3. Pull production forward</a:t>
            </a:r>
            <a:br/>
            <a:r>
              <a:t>4. Confirm 3 high-risk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931920"/>
            <a:ext cx="85039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65960" y="4041648"/>
            <a:ext cx="82296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Expected result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Capacity 108% → 91%  |  Material shortage → 0  |  Delivery risk HIGH →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9. Hackathon MVP — Build a Vertical Slice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1. Reuse the existing forecast output for one selected Business Line / Product Group / Country.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2. Build Demand Agent to combine ML forecast + opportunities + backlog + scenario adjustment.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3. Build Factory Agent using sample capacity and historical factory allocation data.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4. Build Production / Supply Chain checks using a curated demo dataset of capacity, materials and lead times.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5. Build Scenario Agent to simulate +10%, +20%, supplier delay and capacity reduction.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6. Build Recommendation Agent and a Streamlit conversational planning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10. Demo Story — The 3-Minute Hackathon Moment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50292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User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“Can we safely support the expected Germany demand next quarter?”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303520" cy="11430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298448"/>
            <a:ext cx="50292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Agents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Forecast → Demand → Factory → Production → Supply Chain → Scenario →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303520" cy="1325880"/>
          </a:xfrm>
          <a:prstGeom prst="roundRect">
            <a:avLst/>
          </a:prstGeom>
          <a:solidFill>
            <a:srgbClr val="F5EBD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898648"/>
            <a:ext cx="502920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System discovers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Demand +18% | Factory A overload | Material M1 shortage | 3 customer delivery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88920"/>
            <a:ext cx="5303520" cy="132588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898648"/>
            <a:ext cx="502920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System recommends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Shift $2M to Factory B + expedite M1 + pull production forward + obtain Sales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800600"/>
            <a:ext cx="6675120" cy="9144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4910328"/>
            <a:ext cx="6400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Human decision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Approve / Modify / Reject — then re-run the scenario before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11. Technology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Python-based agents and tools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LangGraph-style supervisor / multi-agent orchestration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Enterprise Large Language Model through approved Azure / enterprise gateway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Snowflake as data and analytical foundation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Existing forecasting models retained as deterministic ML tools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Streamlit / web application for conversational planning and scenario analysis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API integrations to Salesforce / SAP / planning systems where available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Application Insights / OpenTelemetry / MLflow for monitoring, model and agent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12. Human-in-the-Loop &amp; Enterprise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3566160" cy="13716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89888"/>
            <a:ext cx="3291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Read / Analyze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Agents can inspect authorized data and run approved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566160" cy="13716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34840" y="1389888"/>
            <a:ext cx="3291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Recommend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Agents produce evidence-backed actions, confidence and expected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3566160" cy="137160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389888"/>
            <a:ext cx="329184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Approve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Material ERP / procurement / production changes require human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Role-based and business-line access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Grounded responses with source / data references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Structured tool calls and validation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Approval thresholds for high-value actions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Full audit trail of agent reasoning, tools, inputs, outputs and decisions</a:t>
            </a:r>
          </a:p>
          <a:p>
            <a:pPr>
              <a:spcAft>
                <a:spcPts val="1000"/>
              </a:spcAft>
              <a:defRPr sz="1500">
                <a:solidFill>
                  <a:srgbClr val="2D2D2D"/>
                </a:solidFill>
              </a:defRPr>
            </a:pPr>
            <a:r>
              <a:t>Prompt-injection and data-exfiltration protections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13. Business Value Across Functions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520440" cy="150876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Sales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Opportunity risk, confirmation priorities, customer commitments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520440" cy="150876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13441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Demand Planning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Consensus forecast, drivers, scenarios, exception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520440" cy="150876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441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Factory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Capacity allocation, load balancing, factory transfer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1840"/>
            <a:ext cx="3520440" cy="150876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Production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Bottlenecks, schedule changes, overtime / pre-build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91840"/>
            <a:ext cx="3520440" cy="150876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4015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Supply Chain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Material shortages, supplier risk, inventory and lead-time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291840"/>
            <a:ext cx="3520440" cy="150876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401568"/>
            <a:ext cx="324612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Finance / Leadership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Revenue risk, target gap, scenario impact, enterprise trade-offs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14. Success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887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Planning cycle time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Reduce manual analysis / monthly effort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Forecast quality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Improve deviation vs. target and increase transparency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8986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Decision speed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Time from forecast change to recommended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889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8986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Risk detection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Earlier identification of opportunity, capacity and material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891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4988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Service impact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Fewer late / at-risk customer commitments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389120"/>
            <a:ext cx="5212080" cy="123444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498848"/>
            <a:ext cx="49377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Business value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Revenue protected, cost avoided and inventory optimized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148"/>
                </a:solidFill>
              </a:defRPr>
            </a:pPr>
            <a:r>
              <a:t>17. Final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2103120" cy="10972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82879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SENSE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Market + Sales + ERP + backlog + factory + supply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2103120" cy="10972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80360" y="1298448"/>
            <a:ext cx="182879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PREDICT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Existing ML forecasting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188720"/>
            <a:ext cx="2103120" cy="10972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298448"/>
            <a:ext cx="182879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PLAN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Demand → Factory → Production → Supply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188720"/>
            <a:ext cx="2103120" cy="10972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1298448"/>
            <a:ext cx="182879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SIMULATE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Digital-twin what-if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188720"/>
            <a:ext cx="2103120" cy="1097280"/>
          </a:xfrm>
          <a:prstGeom prst="roundRect">
            <a:avLst/>
          </a:prstGeom>
          <a:solidFill>
            <a:srgbClr val="EEF3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298448"/>
            <a:ext cx="182879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ACT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Ranked recommendations + human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200400"/>
            <a:ext cx="4846320" cy="1143000"/>
          </a:xfrm>
          <a:prstGeom prst="roundRect">
            <a:avLst/>
          </a:prstGeom>
          <a:solidFill>
            <a:srgbClr val="E1EBE1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3310128"/>
            <a:ext cx="4572000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3148"/>
                </a:solidFill>
              </a:defRPr>
            </a:pPr>
            <a:r>
              <a:t>LEARN</a:t>
            </a:r>
          </a:p>
          <a:p>
            <a:pPr>
              <a:defRPr sz="1100">
                <a:solidFill>
                  <a:srgbClr val="2D2D2D"/>
                </a:solidFill>
              </a:defRPr>
            </a:pPr>
            <a:r>
              <a:t>Actuals → monitoring → next planning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800600"/>
            <a:ext cx="8046720" cy="914400"/>
          </a:xfrm>
          <a:prstGeom prst="roundRect">
            <a:avLst/>
          </a:prstGeom>
          <a:solidFill>
            <a:srgbClr val="1F314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4910328"/>
            <a:ext cx="7772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PLANFLOW AI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From Forecast to Factory — Agentic End-to-End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1208</Words>
  <Application>Microsoft Office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Shylesh A</cp:lastModifiedBy>
  <cp:revision>2</cp:revision>
  <dcterms:created xsi:type="dcterms:W3CDTF">2013-01-27T09:14:16Z</dcterms:created>
  <dcterms:modified xsi:type="dcterms:W3CDTF">2026-09-10T13:08:36Z</dcterms:modified>
  <cp:category/>
</cp:coreProperties>
</file>